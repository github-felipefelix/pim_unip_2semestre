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5321" r:id="rId6"/>
    <p:sldId id="5323" r:id="rId7"/>
    <p:sldId id="5324" r:id="rId8"/>
    <p:sldId id="5325" r:id="rId9"/>
    <p:sldId id="5320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BE2F15-43E9-FDAE-AD31-B8A1512657B4}" name="Gabriel Oliveira" initials="GO" userId="S::gabriel.oliveira@housi.com.br::4776b44d-a6ac-4b96-8496-7b23f1a176f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2F93"/>
    <a:srgbClr val="ECECEC"/>
    <a:srgbClr val="FA3C6E"/>
    <a:srgbClr val="FFFFFF"/>
    <a:srgbClr val="B9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E027F7-A1E3-4093-81C9-F7CF0E95903E}" v="19" dt="2025-11-14T08:34:37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92" autoAdjust="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73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136"/>
    </p:cViewPr>
  </p:sorterViewPr>
  <p:notesViewPr>
    <p:cSldViewPr snapToGrid="0" showGuides="1">
      <p:cViewPr varScale="1">
        <p:scale>
          <a:sx n="48" d="100"/>
          <a:sy n="48" d="100"/>
        </p:scale>
        <p:origin x="2684" y="4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Felix" userId="c41c47d3-8c98-4c94-863f-7ade0f414338" providerId="ADAL" clId="{82ADAE40-098B-4304-B1A6-4F6AE777E372}"/>
    <pc:docChg chg="undo custSel addSld delSld modSld">
      <pc:chgData name="Felipe Felix" userId="c41c47d3-8c98-4c94-863f-7ade0f414338" providerId="ADAL" clId="{82ADAE40-098B-4304-B1A6-4F6AE777E372}" dt="2025-11-14T08:37:27.791" v="1808" actId="20577"/>
      <pc:docMkLst>
        <pc:docMk/>
      </pc:docMkLst>
      <pc:sldChg chg="modSp mod">
        <pc:chgData name="Felipe Felix" userId="c41c47d3-8c98-4c94-863f-7ade0f414338" providerId="ADAL" clId="{82ADAE40-098B-4304-B1A6-4F6AE777E372}" dt="2025-11-14T08:34:42.004" v="1790" actId="1076"/>
        <pc:sldMkLst>
          <pc:docMk/>
          <pc:sldMk cId="850208088" sldId="5320"/>
        </pc:sldMkLst>
        <pc:spChg chg="mod">
          <ac:chgData name="Felipe Felix" userId="c41c47d3-8c98-4c94-863f-7ade0f414338" providerId="ADAL" clId="{82ADAE40-098B-4304-B1A6-4F6AE777E372}" dt="2025-11-14T08:34:42.004" v="1790" actId="1076"/>
          <ac:spMkLst>
            <pc:docMk/>
            <pc:sldMk cId="850208088" sldId="5320"/>
            <ac:spMk id="2" creationId="{87910D08-ABB1-89F5-7DAB-1BF741CF6445}"/>
          </ac:spMkLst>
        </pc:spChg>
      </pc:sldChg>
      <pc:sldChg chg="addSp modSp mod">
        <pc:chgData name="Felipe Felix" userId="c41c47d3-8c98-4c94-863f-7ade0f414338" providerId="ADAL" clId="{82ADAE40-098B-4304-B1A6-4F6AE777E372}" dt="2025-11-14T08:37:02.949" v="1796" actId="20577"/>
        <pc:sldMkLst>
          <pc:docMk/>
          <pc:sldMk cId="3890358511" sldId="5321"/>
        </pc:sldMkLst>
        <pc:spChg chg="mod">
          <ac:chgData name="Felipe Felix" userId="c41c47d3-8c98-4c94-863f-7ade0f414338" providerId="ADAL" clId="{82ADAE40-098B-4304-B1A6-4F6AE777E372}" dt="2025-11-14T08:21:31.505" v="493" actId="113"/>
          <ac:spMkLst>
            <pc:docMk/>
            <pc:sldMk cId="3890358511" sldId="5321"/>
            <ac:spMk id="2" creationId="{43C0CCE3-00D3-7B82-894C-78037D2B7DB8}"/>
          </ac:spMkLst>
        </pc:spChg>
        <pc:spChg chg="mod">
          <ac:chgData name="Felipe Felix" userId="c41c47d3-8c98-4c94-863f-7ade0f414338" providerId="ADAL" clId="{82ADAE40-098B-4304-B1A6-4F6AE777E372}" dt="2025-11-14T08:37:02.949" v="1796" actId="20577"/>
          <ac:spMkLst>
            <pc:docMk/>
            <pc:sldMk cId="3890358511" sldId="5321"/>
            <ac:spMk id="7" creationId="{B41FF9CE-B3E3-C807-5A7B-6FBD3F234EF6}"/>
          </ac:spMkLst>
        </pc:spChg>
        <pc:spChg chg="mod">
          <ac:chgData name="Felipe Felix" userId="c41c47d3-8c98-4c94-863f-7ade0f414338" providerId="ADAL" clId="{82ADAE40-098B-4304-B1A6-4F6AE777E372}" dt="2025-11-14T08:33:21.358" v="1767" actId="1038"/>
          <ac:spMkLst>
            <pc:docMk/>
            <pc:sldMk cId="3890358511" sldId="5321"/>
            <ac:spMk id="8" creationId="{37A33C8F-1F2E-7FD4-5FC5-D3D601A049D9}"/>
          </ac:spMkLst>
        </pc:spChg>
        <pc:picChg chg="add mod">
          <ac:chgData name="Felipe Felix" userId="c41c47d3-8c98-4c94-863f-7ade0f414338" providerId="ADAL" clId="{82ADAE40-098B-4304-B1A6-4F6AE777E372}" dt="2025-11-14T08:33:36.102" v="1770" actId="1076"/>
          <ac:picMkLst>
            <pc:docMk/>
            <pc:sldMk cId="3890358511" sldId="5321"/>
            <ac:picMk id="4" creationId="{9CFCC1AE-5321-176F-B37F-602D45240FC5}"/>
          </ac:picMkLst>
        </pc:picChg>
        <pc:picChg chg="add mod">
          <ac:chgData name="Felipe Felix" userId="c41c47d3-8c98-4c94-863f-7ade0f414338" providerId="ADAL" clId="{82ADAE40-098B-4304-B1A6-4F6AE777E372}" dt="2025-11-14T08:33:31.670" v="1769" actId="1076"/>
          <ac:picMkLst>
            <pc:docMk/>
            <pc:sldMk cId="3890358511" sldId="5321"/>
            <ac:picMk id="10" creationId="{DE9C2638-0DB4-9CF0-9FC0-FE82BE2B62B3}"/>
          </ac:picMkLst>
        </pc:picChg>
        <pc:picChg chg="add mod">
          <ac:chgData name="Felipe Felix" userId="c41c47d3-8c98-4c94-863f-7ade0f414338" providerId="ADAL" clId="{82ADAE40-098B-4304-B1A6-4F6AE777E372}" dt="2025-11-14T08:33:26.217" v="1768" actId="1076"/>
          <ac:picMkLst>
            <pc:docMk/>
            <pc:sldMk cId="3890358511" sldId="5321"/>
            <ac:picMk id="13" creationId="{43964061-882F-D9CD-5711-BBDD3D40AA9E}"/>
          </ac:picMkLst>
        </pc:picChg>
      </pc:sldChg>
      <pc:sldChg chg="addSp modSp mod">
        <pc:chgData name="Felipe Felix" userId="c41c47d3-8c98-4c94-863f-7ade0f414338" providerId="ADAL" clId="{82ADAE40-098B-4304-B1A6-4F6AE777E372}" dt="2025-11-14T08:37:13.508" v="1802" actId="20577"/>
        <pc:sldMkLst>
          <pc:docMk/>
          <pc:sldMk cId="2521219412" sldId="5323"/>
        </pc:sldMkLst>
        <pc:spChg chg="mod">
          <ac:chgData name="Felipe Felix" userId="c41c47d3-8c98-4c94-863f-7ade0f414338" providerId="ADAL" clId="{82ADAE40-098B-4304-B1A6-4F6AE777E372}" dt="2025-11-14T08:22:02.742" v="563" actId="20577"/>
          <ac:spMkLst>
            <pc:docMk/>
            <pc:sldMk cId="2521219412" sldId="5323"/>
            <ac:spMk id="2" creationId="{1BDB7E2A-F9DD-A0C7-97E1-F4F886524080}"/>
          </ac:spMkLst>
        </pc:spChg>
        <pc:spChg chg="mod">
          <ac:chgData name="Felipe Felix" userId="c41c47d3-8c98-4c94-863f-7ade0f414338" providerId="ADAL" clId="{82ADAE40-098B-4304-B1A6-4F6AE777E372}" dt="2025-11-14T08:37:13.508" v="1802" actId="20577"/>
          <ac:spMkLst>
            <pc:docMk/>
            <pc:sldMk cId="2521219412" sldId="5323"/>
            <ac:spMk id="7" creationId="{564DA5A7-39A0-9B42-B9E3-1B93F40171CA}"/>
          </ac:spMkLst>
        </pc:spChg>
        <pc:spChg chg="mod">
          <ac:chgData name="Felipe Felix" userId="c41c47d3-8c98-4c94-863f-7ade0f414338" providerId="ADAL" clId="{82ADAE40-098B-4304-B1A6-4F6AE777E372}" dt="2025-11-14T08:33:46.122" v="1771" actId="255"/>
          <ac:spMkLst>
            <pc:docMk/>
            <pc:sldMk cId="2521219412" sldId="5323"/>
            <ac:spMk id="8" creationId="{6B1B070D-B133-0601-47D3-FE4F7AE323C4}"/>
          </ac:spMkLst>
        </pc:spChg>
        <pc:picChg chg="add mod">
          <ac:chgData name="Felipe Felix" userId="c41c47d3-8c98-4c94-863f-7ade0f414338" providerId="ADAL" clId="{82ADAE40-098B-4304-B1A6-4F6AE777E372}" dt="2025-11-14T08:34:03.499" v="1775" actId="1076"/>
          <ac:picMkLst>
            <pc:docMk/>
            <pc:sldMk cId="2521219412" sldId="5323"/>
            <ac:picMk id="6" creationId="{E4AC7BE2-244A-B94F-AA12-7D59F7AE8BCF}"/>
          </ac:picMkLst>
        </pc:picChg>
        <pc:picChg chg="add mod">
          <ac:chgData name="Felipe Felix" userId="c41c47d3-8c98-4c94-863f-7ade0f414338" providerId="ADAL" clId="{82ADAE40-098B-4304-B1A6-4F6AE777E372}" dt="2025-11-14T08:34:21.036" v="1778" actId="1076"/>
          <ac:picMkLst>
            <pc:docMk/>
            <pc:sldMk cId="2521219412" sldId="5323"/>
            <ac:picMk id="11" creationId="{F99C8FD9-EBC3-DE09-35B3-CCB52D9B1331}"/>
          </ac:picMkLst>
        </pc:picChg>
        <pc:picChg chg="add mod">
          <ac:chgData name="Felipe Felix" userId="c41c47d3-8c98-4c94-863f-7ade0f414338" providerId="ADAL" clId="{82ADAE40-098B-4304-B1A6-4F6AE777E372}" dt="2025-11-14T08:33:50.741" v="1772" actId="1076"/>
          <ac:picMkLst>
            <pc:docMk/>
            <pc:sldMk cId="2521219412" sldId="5323"/>
            <ac:picMk id="13" creationId="{1B0D9AAA-BE0C-CCAD-3AE4-19101106D208}"/>
          </ac:picMkLst>
        </pc:picChg>
      </pc:sldChg>
      <pc:sldChg chg="modSp mod">
        <pc:chgData name="Felipe Felix" userId="c41c47d3-8c98-4c94-863f-7ade0f414338" providerId="ADAL" clId="{82ADAE40-098B-4304-B1A6-4F6AE777E372}" dt="2025-11-14T08:37:20.893" v="1804" actId="20577"/>
        <pc:sldMkLst>
          <pc:docMk/>
          <pc:sldMk cId="1832951738" sldId="5324"/>
        </pc:sldMkLst>
        <pc:spChg chg="mod">
          <ac:chgData name="Felipe Felix" userId="c41c47d3-8c98-4c94-863f-7ade0f414338" providerId="ADAL" clId="{82ADAE40-098B-4304-B1A6-4F6AE777E372}" dt="2025-11-14T08:32:59.638" v="1754" actId="255"/>
          <ac:spMkLst>
            <pc:docMk/>
            <pc:sldMk cId="1832951738" sldId="5324"/>
            <ac:spMk id="2" creationId="{672F9AB1-4678-1ED9-3E57-F195D649B3B3}"/>
          </ac:spMkLst>
        </pc:spChg>
        <pc:spChg chg="mod">
          <ac:chgData name="Felipe Felix" userId="c41c47d3-8c98-4c94-863f-7ade0f414338" providerId="ADAL" clId="{82ADAE40-098B-4304-B1A6-4F6AE777E372}" dt="2025-11-14T08:37:20.893" v="1804" actId="20577"/>
          <ac:spMkLst>
            <pc:docMk/>
            <pc:sldMk cId="1832951738" sldId="5324"/>
            <ac:spMk id="7" creationId="{F76EAEC2-C220-17C9-DD42-1E72ECF8BB5C}"/>
          </ac:spMkLst>
        </pc:spChg>
        <pc:spChg chg="mod">
          <ac:chgData name="Felipe Felix" userId="c41c47d3-8c98-4c94-863f-7ade0f414338" providerId="ADAL" clId="{82ADAE40-098B-4304-B1A6-4F6AE777E372}" dt="2025-11-14T08:33:08.741" v="1756" actId="20577"/>
          <ac:spMkLst>
            <pc:docMk/>
            <pc:sldMk cId="1832951738" sldId="5324"/>
            <ac:spMk id="8" creationId="{1D853CC1-BA91-D907-1AAB-1757237356C5}"/>
          </ac:spMkLst>
        </pc:spChg>
      </pc:sldChg>
      <pc:sldChg chg="del">
        <pc:chgData name="Felipe Felix" userId="c41c47d3-8c98-4c94-863f-7ade0f414338" providerId="ADAL" clId="{82ADAE40-098B-4304-B1A6-4F6AE777E372}" dt="2025-11-14T08:30:07.944" v="1398" actId="2696"/>
        <pc:sldMkLst>
          <pc:docMk/>
          <pc:sldMk cId="1908373649" sldId="5325"/>
        </pc:sldMkLst>
      </pc:sldChg>
      <pc:sldChg chg="modSp add mod">
        <pc:chgData name="Felipe Felix" userId="c41c47d3-8c98-4c94-863f-7ade0f414338" providerId="ADAL" clId="{82ADAE40-098B-4304-B1A6-4F6AE777E372}" dt="2025-11-14T08:37:27.791" v="1808" actId="20577"/>
        <pc:sldMkLst>
          <pc:docMk/>
          <pc:sldMk cId="2199930113" sldId="5325"/>
        </pc:sldMkLst>
        <pc:spChg chg="mod">
          <ac:chgData name="Felipe Felix" userId="c41c47d3-8c98-4c94-863f-7ade0f414338" providerId="ADAL" clId="{82ADAE40-098B-4304-B1A6-4F6AE777E372}" dt="2025-11-14T08:32:39.554" v="1752" actId="2711"/>
          <ac:spMkLst>
            <pc:docMk/>
            <pc:sldMk cId="2199930113" sldId="5325"/>
            <ac:spMk id="2" creationId="{C12783E6-4890-870A-55A8-B6CC87C83052}"/>
          </ac:spMkLst>
        </pc:spChg>
        <pc:spChg chg="mod">
          <ac:chgData name="Felipe Felix" userId="c41c47d3-8c98-4c94-863f-7ade0f414338" providerId="ADAL" clId="{82ADAE40-098B-4304-B1A6-4F6AE777E372}" dt="2025-11-14T08:37:27.791" v="1808" actId="20577"/>
          <ac:spMkLst>
            <pc:docMk/>
            <pc:sldMk cId="2199930113" sldId="5325"/>
            <ac:spMk id="7" creationId="{DB933CE3-8580-4ECA-CEF4-CF0B470A9246}"/>
          </ac:spMkLst>
        </pc:spChg>
        <pc:spChg chg="mod">
          <ac:chgData name="Felipe Felix" userId="c41c47d3-8c98-4c94-863f-7ade0f414338" providerId="ADAL" clId="{82ADAE40-098B-4304-B1A6-4F6AE777E372}" dt="2025-11-14T08:32:20.477" v="1749" actId="255"/>
          <ac:spMkLst>
            <pc:docMk/>
            <pc:sldMk cId="2199930113" sldId="5325"/>
            <ac:spMk id="8" creationId="{12981981-EABE-8D7F-6E12-40BD14A7D6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C334CA-B730-4751-8C08-AAFCAEBEAB8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DCB4D-7A11-40E5-A301-F2C88D8D04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527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2404D-E83D-10D3-CA4B-A335D06B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9DD27A4-4872-C00F-6BA6-1B4E78A9F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E85C2F-FD33-4B98-A8F7-869C7B667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Nas bolinhas onde estão as marcas parceiras, vamos colocar “Marketing”, “Projeto”, “Treinamentos”, “Housi </a:t>
            </a:r>
            <a:r>
              <a:rPr lang="pt-BR" dirty="0" err="1"/>
              <a:t>Place</a:t>
            </a:r>
            <a:r>
              <a:rPr lang="pt-BR" dirty="0"/>
              <a:t>”, “Housi DECOR”, “</a:t>
            </a:r>
            <a:r>
              <a:rPr lang="pt-BR" dirty="0" err="1"/>
              <a:t>Appspace</a:t>
            </a:r>
            <a:r>
              <a:rPr lang="pt-BR" dirty="0"/>
              <a:t>” </a:t>
            </a:r>
            <a:endParaRPr lang="pt-BR" b="1" dirty="0">
              <a:cs typeface="Calibri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927F0A-3627-39C3-AA35-88EA7D700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E355A-6C90-492A-99FF-16B89E26A074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5895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1F2B-1E40-8BEC-919E-253CBB51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B8B15D-2932-CC8A-B528-2B908C6B0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6B8E215-1DCC-FEA4-2013-EB47A6CCB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Nas bolinhas onde estão as marcas parceiras, vamos colocar “Marketing”, “Projeto”, “Treinamentos”, “Housi </a:t>
            </a:r>
            <a:r>
              <a:rPr lang="pt-BR" dirty="0" err="1"/>
              <a:t>Place</a:t>
            </a:r>
            <a:r>
              <a:rPr lang="pt-BR" dirty="0"/>
              <a:t>”, “Housi DECOR”, “</a:t>
            </a:r>
            <a:r>
              <a:rPr lang="pt-BR" dirty="0" err="1"/>
              <a:t>Appspace</a:t>
            </a:r>
            <a:r>
              <a:rPr lang="pt-BR" dirty="0"/>
              <a:t>” </a:t>
            </a:r>
            <a:endParaRPr lang="pt-BR" b="1" dirty="0">
              <a:cs typeface="Calibri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3159EB-77E6-EA97-8C31-0192BAC16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E355A-6C90-492A-99FF-16B89E26A074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5771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0C5BA-3EA0-E6CC-0D62-F994CDA4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D7B44BA-8D36-7C27-D5CF-532921249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1DA701B-EC7C-22AC-DA5E-06F7944A9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Nas bolinhas onde estão as marcas parceiras, vamos colocar “Marketing”, “Projeto”, “Treinamentos”, “Housi </a:t>
            </a:r>
            <a:r>
              <a:rPr lang="pt-BR" dirty="0" err="1"/>
              <a:t>Place</a:t>
            </a:r>
            <a:r>
              <a:rPr lang="pt-BR" dirty="0"/>
              <a:t>”, “Housi DECOR”, “</a:t>
            </a:r>
            <a:r>
              <a:rPr lang="pt-BR" dirty="0" err="1"/>
              <a:t>Appspace</a:t>
            </a:r>
            <a:r>
              <a:rPr lang="pt-BR" dirty="0"/>
              <a:t>” </a:t>
            </a:r>
            <a:endParaRPr lang="pt-BR" b="1" dirty="0">
              <a:cs typeface="Calibri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B2EB8C-3806-5FDC-3776-0FDA10752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E355A-6C90-492A-99FF-16B89E26A074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3754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FA0B-B809-2930-04B4-E89B9114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594EA11-098F-B1F8-9163-00C76995F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9821243-856E-58EB-05A6-161D9FD3A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Nas bolinhas onde estão as marcas parceiras, vamos colocar “Marketing”, “Projeto”, “Treinamentos”, “Housi </a:t>
            </a:r>
            <a:r>
              <a:rPr lang="pt-BR" dirty="0" err="1"/>
              <a:t>Place</a:t>
            </a:r>
            <a:r>
              <a:rPr lang="pt-BR" dirty="0"/>
              <a:t>”, “Housi DECOR”, “</a:t>
            </a:r>
            <a:r>
              <a:rPr lang="pt-BR" dirty="0" err="1"/>
              <a:t>Appspace</a:t>
            </a:r>
            <a:r>
              <a:rPr lang="pt-BR" dirty="0"/>
              <a:t>” </a:t>
            </a:r>
            <a:endParaRPr lang="pt-BR" b="1" dirty="0">
              <a:cs typeface="Calibri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1BCAE4-FB21-89CC-8C2F-3BF132824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E355A-6C90-492A-99FF-16B89E26A074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1845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F76F1-1652-A385-7263-3BF730C62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54198E-1A5B-8D41-04D8-AD577CD9B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BF9F26-018A-F871-7F22-AAB90663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D3EFB8-0D1D-D227-5988-7C38B3616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0D02D4-3545-3164-460D-AC8E9BC0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68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0AE26-9EE9-547F-A543-FCDA93C8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D75195-A1C3-C750-15C5-00D632A15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193E98-49AA-ACBF-47EF-E9905E9D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A483BF-25F4-2969-DB53-F6B31221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E95E41-3D29-66F8-1C1B-64CC4D54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70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8C8B4-3B93-155E-E83B-B65296B8B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9D10A2-235A-76C4-084E-6558B3869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8B26B7-35A7-1CEC-7791-3F74869A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44CCFF-4460-4D8E-7572-BA356AA3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25AC99-1447-D89F-FB36-5764B520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988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73CD8-0588-9824-2F77-3EF66327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FB19C-7BE0-0C13-4A1F-88CDC0EF7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DCC8DE-BEAB-ECB7-81FE-D8E4F945E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05C578-F1ED-232F-B947-18934F66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E057BC-E0C2-9168-AEA9-1C2218D4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F9A791-0826-B88C-A6A3-FA25E442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692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09CF7-BC9A-068A-C612-D327BA57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74B816-E1EC-92A5-77AF-149914776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1E94FE-DA88-8BE7-5FF5-6C23337C3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439447-040E-7CAA-03B0-B56ADDA51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8A14C47-3CE4-8F3A-FA9B-5B9F8608F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F3E123-C78C-2BE6-07EE-AE77BD6C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F9A68C-7ED8-21E1-AB67-AD83FC3A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2EFF69-332D-1118-5970-D95D1F02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252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073E5-E307-BBAE-EA83-53D0B182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326116-26A2-0ECB-8C3D-6C83E474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19E0DB-3B88-11B2-F05A-49B3DE15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38E125-212F-8921-2069-AC0F3389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65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EF61277-2EBE-3C92-E220-D9E15145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4D3E6CC-B57C-DCBA-5C69-70D0B2FCB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A1813B-B146-7BB5-B7A5-93B54650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8664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FF339-33CE-3ACE-EA64-0AF6EC1B1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630CFB-3052-CBB7-5AB4-65901ACC6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E51414-4578-B63C-74D1-1398799B2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D3C5B2-6639-8CA1-5BDC-3042126E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3B363E-41E6-63C4-E2BE-32718FC1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83AE49-D592-F2FC-CEEA-46892F75D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1875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75ADB-8292-A1F5-9829-FA600239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F578D24-27B4-34DD-6E44-4B9C45843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A94BBD-A252-009D-69E9-25C494A86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ED45F0-BE99-BAAC-D504-0EEB4C4F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28026D-7880-0920-CE01-C2FB8025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023862-070A-82AA-BBA9-440BF8B5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063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F244-2F39-78AC-B64B-11B65C49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A22B04-A847-B52C-D5A3-A3D8C5137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5216E5-23A2-E375-0BEE-C42E06AA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5B1DC2-4C58-48AE-EFCA-19AC02FF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239B2B-C7B7-D029-3B87-71DE2B71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8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94ED73-4D7F-2FF5-75E2-7592C17ED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2110FC-8832-28EB-C1C7-A48BAFF29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D9F98F-D1BE-5375-5BD7-6DD8DB5A6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5C3C6B-DA09-C5DD-337E-B528DD1C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E9A1BA-B29C-885C-BDCF-2DDD56D8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579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233363" y="2040360"/>
            <a:ext cx="2389108" cy="44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44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609600" y="1577342"/>
            <a:ext cx="10972800" cy="38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77233" lvl="0" indent="-13861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554465" lvl="1" indent="-13861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831698" lvl="2" indent="-13861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108928" lvl="3" indent="-13861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1386161" lvl="4" indent="-13861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1663393" lvl="5" indent="-13861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1940626" lvl="6" indent="-13861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2217858" lvl="7" indent="-13861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2495090" lvl="8" indent="-13861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18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18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778241" y="6377940"/>
            <a:ext cx="2804160" cy="18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9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1CEF74-0ECD-1F0E-1B22-8AF27C4C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4C56E-8A29-AF75-D20B-FB4394351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A91E01-62A6-ACCD-D799-5D0F982C4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20613-451F-43D3-BBBA-9AF99EFBDDE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D63D55-AD66-3D0C-5AED-86B423F34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A0BA4D-44A3-3036-22DB-20BDF51C6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4AB94-7060-4ACE-92C2-F9FA392DC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81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14BA6878-CB78-CB8E-31A2-D9F37DA2F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38803"/>
            <a:ext cx="6858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37AD498-F7E4-69FC-9C31-61181A7FB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175" y="2766809"/>
            <a:ext cx="4477787" cy="1601988"/>
          </a:xfrm>
        </p:spPr>
        <p:txBody>
          <a:bodyPr>
            <a:noAutofit/>
          </a:bodyPr>
          <a:lstStyle/>
          <a:p>
            <a:pPr marL="158750" indent="0" algn="l">
              <a:buNone/>
            </a:pPr>
            <a:r>
              <a:rPr lang="pt-BR" sz="2800" dirty="0">
                <a:solidFill>
                  <a:schemeClr val="bg2">
                    <a:lumMod val="25000"/>
                  </a:schemeClr>
                </a:solidFill>
                <a:latin typeface="Circular Air Pro Black" panose="02000A00000000000000" pitchFamily="50" charset="0"/>
              </a:rPr>
              <a:t>PIM – Projeto Integrado Multidisciplinar</a:t>
            </a:r>
            <a:br>
              <a:rPr lang="pt-BR" sz="1600" dirty="0">
                <a:solidFill>
                  <a:schemeClr val="bg2">
                    <a:lumMod val="25000"/>
                  </a:schemeClr>
                </a:solidFill>
              </a:rPr>
            </a:br>
            <a:br>
              <a:rPr lang="pt-BR" sz="1600" dirty="0">
                <a:solidFill>
                  <a:schemeClr val="bg2">
                    <a:lumMod val="25000"/>
                  </a:schemeClr>
                </a:solidFill>
              </a:rPr>
            </a:br>
            <a:endParaRPr lang="pt-BR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1B12A4A9-CF14-81F9-2C93-7B9C6DA7408B}"/>
              </a:ext>
            </a:extLst>
          </p:cNvPr>
          <p:cNvSpPr txBox="1">
            <a:spLocks/>
          </p:cNvSpPr>
          <p:nvPr/>
        </p:nvSpPr>
        <p:spPr>
          <a:xfrm>
            <a:off x="638175" y="5267636"/>
            <a:ext cx="2457450" cy="12304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8750" algn="l"/>
            <a:r>
              <a:rPr lang="pt-BR" sz="2800" dirty="0">
                <a:solidFill>
                  <a:schemeClr val="bg2">
                    <a:lumMod val="25000"/>
                  </a:schemeClr>
                </a:solidFill>
                <a:latin typeface="Yapari SemBd" pitchFamily="2" charset="0"/>
              </a:rPr>
              <a:t>2025</a:t>
            </a:r>
            <a:br>
              <a:rPr lang="pt-BR" sz="1600" dirty="0">
                <a:solidFill>
                  <a:schemeClr val="bg2">
                    <a:lumMod val="25000"/>
                  </a:schemeClr>
                </a:solidFill>
              </a:rPr>
            </a:br>
            <a:br>
              <a:rPr lang="pt-BR" sz="1600" dirty="0">
                <a:solidFill>
                  <a:schemeClr val="bg2">
                    <a:lumMod val="25000"/>
                  </a:schemeClr>
                </a:solidFill>
              </a:rPr>
            </a:br>
            <a:endParaRPr lang="pt-BR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18F2937B-CC46-F03A-3033-B2AF8B1EAD8B}"/>
              </a:ext>
            </a:extLst>
          </p:cNvPr>
          <p:cNvCxnSpPr>
            <a:cxnSpLocks/>
          </p:cNvCxnSpPr>
          <p:nvPr/>
        </p:nvCxnSpPr>
        <p:spPr>
          <a:xfrm>
            <a:off x="2585799" y="5781751"/>
            <a:ext cx="122642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81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9A6D6-727A-772C-0050-355E3B8B6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>
            <a:extLst>
              <a:ext uri="{FF2B5EF4-FFF2-40B4-BE49-F238E27FC236}">
                <a16:creationId xmlns:a16="http://schemas.microsoft.com/office/drawing/2014/main" id="{EAC054E2-CA9D-6E82-2FBB-B67B33C54C1B}"/>
              </a:ext>
            </a:extLst>
          </p:cNvPr>
          <p:cNvSpPr/>
          <p:nvPr/>
        </p:nvSpPr>
        <p:spPr>
          <a:xfrm>
            <a:off x="10170962" y="1807920"/>
            <a:ext cx="1348352" cy="41301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" name="Google Shape;263;p10">
            <a:extLst>
              <a:ext uri="{FF2B5EF4-FFF2-40B4-BE49-F238E27FC236}">
                <a16:creationId xmlns:a16="http://schemas.microsoft.com/office/drawing/2014/main" id="{43C0CCE3-00D3-7B82-894C-78037D2B7DB8}"/>
              </a:ext>
            </a:extLst>
          </p:cNvPr>
          <p:cNvSpPr txBox="1"/>
          <p:nvPr/>
        </p:nvSpPr>
        <p:spPr>
          <a:xfrm>
            <a:off x="683196" y="1660250"/>
            <a:ext cx="6538736" cy="7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9702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2">
                    <a:lumMod val="25000"/>
                  </a:schemeClr>
                </a:solidFill>
                <a:latin typeface="Circular Air Pro Black" panose="02000A00000000000000" pitchFamily="50" charset="0"/>
              </a:rPr>
              <a:t>O problema: Gestão Descentralizada</a:t>
            </a:r>
            <a:endParaRPr lang="pt-BR" sz="2800" b="1" dirty="0">
              <a:solidFill>
                <a:schemeClr val="bg2">
                  <a:lumMod val="25000"/>
                </a:schemeClr>
              </a:solidFill>
              <a:latin typeface="Circular Air Pro Black" panose="02000A00000000000000" pitchFamily="50" charset="0"/>
              <a:sym typeface="Arial"/>
            </a:endParaRPr>
          </a:p>
          <a:p>
            <a:pPr marL="12700" marR="970280" lvl="0" indent="0" algn="l" rtl="0">
              <a:lnSpc>
                <a:spcPct val="1249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400" dirty="0">
              <a:solidFill>
                <a:srgbClr val="201C4A"/>
              </a:solidFill>
              <a:latin typeface="Circular Air Pro Book" panose="02000503000000020003" pitchFamily="50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87662A0-E9BD-86C1-1E13-BE9940B18826}"/>
              </a:ext>
            </a:extLst>
          </p:cNvPr>
          <p:cNvCxnSpPr>
            <a:cxnSpLocks/>
          </p:cNvCxnSpPr>
          <p:nvPr/>
        </p:nvCxnSpPr>
        <p:spPr>
          <a:xfrm>
            <a:off x="1827733" y="557413"/>
            <a:ext cx="883902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B41FF9CE-B3E3-C807-5A7B-6FBD3F234EF6}"/>
              </a:ext>
            </a:extLst>
          </p:cNvPr>
          <p:cNvSpPr txBox="1">
            <a:spLocks/>
          </p:cNvSpPr>
          <p:nvPr/>
        </p:nvSpPr>
        <p:spPr>
          <a:xfrm>
            <a:off x="10879598" y="786528"/>
            <a:ext cx="749610" cy="5287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8750" algn="l"/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Yapari SemBd" pitchFamily="2" charset="0"/>
              </a:rPr>
              <a:t>2025</a:t>
            </a:r>
            <a:br>
              <a:rPr lang="pt-BR" sz="2400" dirty="0">
                <a:solidFill>
                  <a:schemeClr val="bg2">
                    <a:lumMod val="25000"/>
                  </a:schemeClr>
                </a:solidFill>
              </a:rPr>
            </a:br>
            <a:br>
              <a:rPr lang="pt-BR" sz="2400" dirty="0">
                <a:solidFill>
                  <a:schemeClr val="bg2">
                    <a:lumMod val="25000"/>
                  </a:schemeClr>
                </a:solidFill>
              </a:rPr>
            </a:br>
            <a:endParaRPr lang="pt-BR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Google Shape;263;p10">
            <a:extLst>
              <a:ext uri="{FF2B5EF4-FFF2-40B4-BE49-F238E27FC236}">
                <a16:creationId xmlns:a16="http://schemas.microsoft.com/office/drawing/2014/main" id="{37A33C8F-1F2E-7FD4-5FC5-D3D601A049D9}"/>
              </a:ext>
            </a:extLst>
          </p:cNvPr>
          <p:cNvSpPr txBox="1"/>
          <p:nvPr/>
        </p:nvSpPr>
        <p:spPr>
          <a:xfrm>
            <a:off x="1261874" y="2666113"/>
            <a:ext cx="5639859" cy="2505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>
              <a:defRPr sz="1800"/>
            </a:pPr>
            <a:r>
              <a:rPr lang="pt-BR" b="1" dirty="0"/>
              <a:t>Fragmentação: </a:t>
            </a:r>
            <a:r>
              <a:rPr lang="pt-BR" dirty="0"/>
              <a:t>Controles realizados de forma descentralizada em planilhas, e-mails e aplicativos de mensagens.</a:t>
            </a:r>
            <a:br>
              <a:rPr lang="pt-BR" dirty="0"/>
            </a:br>
            <a:endParaRPr lang="pt-BR" dirty="0"/>
          </a:p>
          <a:p>
            <a:pPr>
              <a:defRPr sz="1800"/>
            </a:pPr>
            <a:r>
              <a:rPr lang="pt-BR" b="1" dirty="0"/>
              <a:t>Ineficiência: </a:t>
            </a:r>
            <a:r>
              <a:rPr lang="pt-BR" dirty="0"/>
              <a:t>Dificuldade no acompanhamento centralizado, gerando retrabalho e falta de padronização.</a:t>
            </a:r>
            <a:br>
              <a:rPr lang="pt-BR" dirty="0"/>
            </a:br>
            <a:endParaRPr lang="pt-BR" dirty="0"/>
          </a:p>
          <a:p>
            <a:pPr>
              <a:defRPr sz="1800"/>
            </a:pPr>
            <a:r>
              <a:rPr lang="pt-BR" b="1" dirty="0"/>
              <a:t>Falta de Sustentabilidade: </a:t>
            </a:r>
            <a:r>
              <a:rPr lang="pt-BR" dirty="0"/>
              <a:t>Dependência excessiva de diários de classe, relatórios e atividades em papel.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FD569F1-3971-C697-F455-6C2AD934D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079" y="-312278"/>
            <a:ext cx="1603588" cy="1603588"/>
          </a:xfrm>
          <a:prstGeom prst="rect">
            <a:avLst/>
          </a:prstGeom>
        </p:spPr>
      </p:pic>
      <p:pic>
        <p:nvPicPr>
          <p:cNvPr id="11" name="Imagem 10" descr="Monitor de computador&#10;&#10;O conteúdo gerado por IA pode estar incorreto.">
            <a:extLst>
              <a:ext uri="{FF2B5EF4-FFF2-40B4-BE49-F238E27FC236}">
                <a16:creationId xmlns:a16="http://schemas.microsoft.com/office/drawing/2014/main" id="{BD0A2618-DFD3-D693-19EB-F35017960F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0" y="3992674"/>
            <a:ext cx="3068261" cy="2359559"/>
          </a:xfrm>
          <a:prstGeom prst="rect">
            <a:avLst/>
          </a:prstGeom>
        </p:spPr>
      </p:pic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9CFCC1AE-5321-176F-B37F-602D45240F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11" y="2816191"/>
            <a:ext cx="496364" cy="496364"/>
          </a:xfrm>
          <a:prstGeom prst="rect">
            <a:avLst/>
          </a:prstGeom>
        </p:spPr>
      </p:pic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DE9C2638-0DB4-9CF0-9FC0-FE82BE2B62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75" y="3793627"/>
            <a:ext cx="496800" cy="496800"/>
          </a:xfrm>
          <a:prstGeom prst="rect">
            <a:avLst/>
          </a:prstGeom>
        </p:spPr>
      </p:pic>
      <p:pic>
        <p:nvPicPr>
          <p:cNvPr id="13" name="Imagem 12" descr="Forma&#10;&#10;O conteúdo gerado por IA pode estar incorreto.">
            <a:extLst>
              <a:ext uri="{FF2B5EF4-FFF2-40B4-BE49-F238E27FC236}">
                <a16:creationId xmlns:a16="http://schemas.microsoft.com/office/drawing/2014/main" id="{43964061-882F-D9CD-5711-BBDD3D40AA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75" y="4570198"/>
            <a:ext cx="496800" cy="49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58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91359-15E1-98D9-D1DA-3000D63A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>
            <a:extLst>
              <a:ext uri="{FF2B5EF4-FFF2-40B4-BE49-F238E27FC236}">
                <a16:creationId xmlns:a16="http://schemas.microsoft.com/office/drawing/2014/main" id="{85E0C6B0-5ECE-8890-3B44-E7CC17067051}"/>
              </a:ext>
            </a:extLst>
          </p:cNvPr>
          <p:cNvSpPr/>
          <p:nvPr/>
        </p:nvSpPr>
        <p:spPr>
          <a:xfrm>
            <a:off x="10170962" y="1807920"/>
            <a:ext cx="1348352" cy="41301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" name="Google Shape;263;p10">
            <a:extLst>
              <a:ext uri="{FF2B5EF4-FFF2-40B4-BE49-F238E27FC236}">
                <a16:creationId xmlns:a16="http://schemas.microsoft.com/office/drawing/2014/main" id="{1BDB7E2A-F9DD-A0C7-97E1-F4F886524080}"/>
              </a:ext>
            </a:extLst>
          </p:cNvPr>
          <p:cNvSpPr txBox="1"/>
          <p:nvPr/>
        </p:nvSpPr>
        <p:spPr>
          <a:xfrm>
            <a:off x="683196" y="1660250"/>
            <a:ext cx="6538736" cy="7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9702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2">
                    <a:lumMod val="25000"/>
                  </a:schemeClr>
                </a:solidFill>
                <a:latin typeface="Circular Air Pro Black" panose="02000A00000000000000" pitchFamily="50" charset="0"/>
              </a:rPr>
              <a:t>A solução: Plataforma Integrada</a:t>
            </a:r>
            <a:endParaRPr lang="pt-BR" sz="2800" b="1" dirty="0">
              <a:solidFill>
                <a:schemeClr val="bg2">
                  <a:lumMod val="25000"/>
                </a:schemeClr>
              </a:solidFill>
              <a:latin typeface="Circular Air Pro Black" panose="02000A00000000000000" pitchFamily="50" charset="0"/>
              <a:sym typeface="Arial"/>
            </a:endParaRPr>
          </a:p>
          <a:p>
            <a:pPr marL="12700" marR="970280" lvl="0" indent="0" algn="l" rtl="0">
              <a:lnSpc>
                <a:spcPct val="1249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400" dirty="0">
              <a:solidFill>
                <a:srgbClr val="201C4A"/>
              </a:solidFill>
              <a:latin typeface="Circular Air Pro Book" panose="02000503000000020003" pitchFamily="50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DF15F99-63CC-36D3-C2B0-0F53BF2D9DCA}"/>
              </a:ext>
            </a:extLst>
          </p:cNvPr>
          <p:cNvCxnSpPr>
            <a:cxnSpLocks/>
          </p:cNvCxnSpPr>
          <p:nvPr/>
        </p:nvCxnSpPr>
        <p:spPr>
          <a:xfrm>
            <a:off x="1827733" y="557413"/>
            <a:ext cx="883902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564DA5A7-39A0-9B42-B9E3-1B93F40171CA}"/>
              </a:ext>
            </a:extLst>
          </p:cNvPr>
          <p:cNvSpPr txBox="1">
            <a:spLocks/>
          </p:cNvSpPr>
          <p:nvPr/>
        </p:nvSpPr>
        <p:spPr>
          <a:xfrm>
            <a:off x="10879598" y="786528"/>
            <a:ext cx="749610" cy="5287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8750" algn="l"/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Yapari SemBd" pitchFamily="2" charset="0"/>
              </a:rPr>
              <a:t>2025</a:t>
            </a:r>
          </a:p>
          <a:p>
            <a:pPr marL="158750" algn="l"/>
            <a:br>
              <a:rPr lang="pt-BR" sz="2400" dirty="0">
                <a:solidFill>
                  <a:schemeClr val="bg2">
                    <a:lumMod val="25000"/>
                  </a:schemeClr>
                </a:solidFill>
              </a:rPr>
            </a:br>
            <a:endParaRPr lang="pt-BR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Google Shape;263;p10">
            <a:extLst>
              <a:ext uri="{FF2B5EF4-FFF2-40B4-BE49-F238E27FC236}">
                <a16:creationId xmlns:a16="http://schemas.microsoft.com/office/drawing/2014/main" id="{6B1B070D-B133-0601-47D3-FE4F7AE323C4}"/>
              </a:ext>
            </a:extLst>
          </p:cNvPr>
          <p:cNvSpPr txBox="1"/>
          <p:nvPr/>
        </p:nvSpPr>
        <p:spPr>
          <a:xfrm>
            <a:off x="1404556" y="2666113"/>
            <a:ext cx="6622346" cy="247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>
              <a:defRPr sz="1800"/>
            </a:pPr>
            <a:r>
              <a:rPr lang="pt-BR" dirty="0"/>
              <a:t>Gestão acadêmica: Centraliza o cadastro de turma, alunos, o registro de aulas e o diário eletrônico.</a:t>
            </a:r>
          </a:p>
          <a:p>
            <a:pPr>
              <a:defRPr sz="1800"/>
            </a:pPr>
            <a:endParaRPr lang="pt-BR" dirty="0"/>
          </a:p>
          <a:p>
            <a:pPr>
              <a:defRPr sz="1800"/>
            </a:pPr>
            <a:r>
              <a:rPr lang="pt-BR" dirty="0"/>
              <a:t>Arquitetura cliente-servidor: Permite o acesso simultâneo de professores e alunos em maquinas distintas na rede local (LAN).</a:t>
            </a:r>
          </a:p>
          <a:p>
            <a:pPr>
              <a:defRPr sz="1800"/>
            </a:pPr>
            <a:endParaRPr lang="pt-BR" dirty="0"/>
          </a:p>
          <a:p>
            <a:pPr>
              <a:defRPr sz="1800"/>
            </a:pPr>
            <a:r>
              <a:rPr lang="pt-BR" dirty="0"/>
              <a:t>Foco em sustentabilidade: Elimina o uso de papel, movendo todos os relatórios e diários para o formato digital.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endParaRPr lang="pt-BR" sz="16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7412FF4-0C07-F1C0-EC7B-6A9FF1F2D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079" y="-312278"/>
            <a:ext cx="1603588" cy="1603588"/>
          </a:xfrm>
          <a:prstGeom prst="rect">
            <a:avLst/>
          </a:prstGeom>
        </p:spPr>
      </p:pic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0DB0C7BC-FE84-0AC2-A76C-71CCB3AACF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462" y="3663822"/>
            <a:ext cx="3429000" cy="3429000"/>
          </a:xfrm>
          <a:prstGeom prst="rect">
            <a:avLst/>
          </a:prstGeom>
        </p:spPr>
      </p:pic>
      <p:pic>
        <p:nvPicPr>
          <p:cNvPr id="6" name="Imagem 5" descr="Forma&#10;&#10;O conteúdo gerado por IA pode estar incorreto.">
            <a:extLst>
              <a:ext uri="{FF2B5EF4-FFF2-40B4-BE49-F238E27FC236}">
                <a16:creationId xmlns:a16="http://schemas.microsoft.com/office/drawing/2014/main" id="{E4AC7BE2-244A-B94F-AA12-7D59F7AE8B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86" y="2597863"/>
            <a:ext cx="574890" cy="574890"/>
          </a:xfrm>
          <a:prstGeom prst="rect">
            <a:avLst/>
          </a:prstGeom>
        </p:spPr>
      </p:pic>
      <p:pic>
        <p:nvPicPr>
          <p:cNvPr id="11" name="Imagem 10" descr="Forma&#10;&#10;O conteúdo gerado por IA pode estar incorreto.">
            <a:extLst>
              <a:ext uri="{FF2B5EF4-FFF2-40B4-BE49-F238E27FC236}">
                <a16:creationId xmlns:a16="http://schemas.microsoft.com/office/drawing/2014/main" id="{F99C8FD9-EBC3-DE09-35B3-CCB52D9B13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61" y="3370996"/>
            <a:ext cx="716269" cy="716269"/>
          </a:xfrm>
          <a:prstGeom prst="rect">
            <a:avLst/>
          </a:prstGeom>
        </p:spPr>
      </p:pic>
      <p:pic>
        <p:nvPicPr>
          <p:cNvPr id="13" name="Imagem 12" descr="Forma&#10;&#10;O conteúdo gerado por IA pode estar incorreto.">
            <a:extLst>
              <a:ext uri="{FF2B5EF4-FFF2-40B4-BE49-F238E27FC236}">
                <a16:creationId xmlns:a16="http://schemas.microsoft.com/office/drawing/2014/main" id="{1B0D9AAA-BE0C-CCAD-3AE4-19101106D2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86" y="4285509"/>
            <a:ext cx="576015" cy="57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1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2499B-8656-AF02-D838-E0CCCBE2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>
            <a:extLst>
              <a:ext uri="{FF2B5EF4-FFF2-40B4-BE49-F238E27FC236}">
                <a16:creationId xmlns:a16="http://schemas.microsoft.com/office/drawing/2014/main" id="{77412289-462F-9300-0FF3-056A17D01A88}"/>
              </a:ext>
            </a:extLst>
          </p:cNvPr>
          <p:cNvSpPr/>
          <p:nvPr/>
        </p:nvSpPr>
        <p:spPr>
          <a:xfrm>
            <a:off x="10170962" y="1807920"/>
            <a:ext cx="1348352" cy="41301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" name="Google Shape;263;p10">
            <a:extLst>
              <a:ext uri="{FF2B5EF4-FFF2-40B4-BE49-F238E27FC236}">
                <a16:creationId xmlns:a16="http://schemas.microsoft.com/office/drawing/2014/main" id="{672F9AB1-4678-1ED9-3E57-F195D649B3B3}"/>
              </a:ext>
            </a:extLst>
          </p:cNvPr>
          <p:cNvSpPr txBox="1"/>
          <p:nvPr/>
        </p:nvSpPr>
        <p:spPr>
          <a:xfrm>
            <a:off x="683196" y="1660250"/>
            <a:ext cx="6538736" cy="99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970280" lvl="0"/>
            <a:r>
              <a:rPr lang="pt-BR" sz="2800" b="1" dirty="0">
                <a:solidFill>
                  <a:schemeClr val="bg2">
                    <a:lumMod val="25000"/>
                  </a:schemeClr>
                </a:solidFill>
                <a:latin typeface="Circular Air Pro Black" panose="02000A00000000000000"/>
              </a:rPr>
              <a:t>Pilares Tecnológicos do projeto</a:t>
            </a:r>
            <a:br>
              <a:rPr lang="pt-BR" sz="2800" b="1" dirty="0">
                <a:solidFill>
                  <a:schemeClr val="bg2">
                    <a:lumMod val="25000"/>
                  </a:schemeClr>
                </a:solidFill>
                <a:latin typeface="Circular Air Pro Black" panose="02000A00000000000000"/>
              </a:rPr>
            </a:br>
            <a:r>
              <a:rPr lang="pt-BR" dirty="0">
                <a:latin typeface="Circular Air Pro Black" panose="02000A00000000000000"/>
              </a:rPr>
              <a:t>Desenvolvimento hibrido (Python + C)</a:t>
            </a:r>
            <a:endParaRPr lang="pt-BR" b="1" dirty="0">
              <a:solidFill>
                <a:schemeClr val="bg2">
                  <a:lumMod val="25000"/>
                </a:schemeClr>
              </a:solidFill>
              <a:latin typeface="Circular Air Pro Black" panose="02000A00000000000000"/>
              <a:sym typeface="Arial"/>
            </a:endParaRPr>
          </a:p>
          <a:p>
            <a:pPr marL="12700" marR="970280" lvl="0" indent="0" algn="l" rtl="0">
              <a:lnSpc>
                <a:spcPct val="1249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400" dirty="0">
              <a:solidFill>
                <a:srgbClr val="201C4A"/>
              </a:solidFill>
              <a:latin typeface="Circular Air Pro Book" panose="02000503000000020003" pitchFamily="50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4673E10-BF95-2360-EEC6-67FA4FC03FB7}"/>
              </a:ext>
            </a:extLst>
          </p:cNvPr>
          <p:cNvCxnSpPr>
            <a:cxnSpLocks/>
          </p:cNvCxnSpPr>
          <p:nvPr/>
        </p:nvCxnSpPr>
        <p:spPr>
          <a:xfrm>
            <a:off x="1827733" y="557413"/>
            <a:ext cx="883902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F76EAEC2-C220-17C9-DD42-1E72ECF8BB5C}"/>
              </a:ext>
            </a:extLst>
          </p:cNvPr>
          <p:cNvSpPr txBox="1">
            <a:spLocks/>
          </p:cNvSpPr>
          <p:nvPr/>
        </p:nvSpPr>
        <p:spPr>
          <a:xfrm>
            <a:off x="10879598" y="786528"/>
            <a:ext cx="749610" cy="5287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8750" algn="l"/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Yapari SemBd" pitchFamily="2" charset="0"/>
              </a:rPr>
              <a:t>2025</a:t>
            </a:r>
            <a:br>
              <a:rPr lang="pt-BR" sz="2400" dirty="0">
                <a:solidFill>
                  <a:schemeClr val="bg2">
                    <a:lumMod val="25000"/>
                  </a:schemeClr>
                </a:solidFill>
              </a:rPr>
            </a:br>
            <a:br>
              <a:rPr lang="pt-BR" sz="2400" dirty="0">
                <a:solidFill>
                  <a:schemeClr val="bg2">
                    <a:lumMod val="25000"/>
                  </a:schemeClr>
                </a:solidFill>
              </a:rPr>
            </a:br>
            <a:endParaRPr lang="pt-BR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Google Shape;263;p10">
            <a:extLst>
              <a:ext uri="{FF2B5EF4-FFF2-40B4-BE49-F238E27FC236}">
                <a16:creationId xmlns:a16="http://schemas.microsoft.com/office/drawing/2014/main" id="{1D853CC1-BA91-D907-1AAB-1757237356C5}"/>
              </a:ext>
            </a:extLst>
          </p:cNvPr>
          <p:cNvSpPr txBox="1"/>
          <p:nvPr/>
        </p:nvSpPr>
        <p:spPr>
          <a:xfrm>
            <a:off x="683197" y="2666113"/>
            <a:ext cx="5508054" cy="244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pt-BR" dirty="0"/>
              <a:t>Python (</a:t>
            </a:r>
            <a:r>
              <a:rPr lang="pt-BR" dirty="0" err="1"/>
              <a:t>Streamlit</a:t>
            </a:r>
            <a:r>
              <a:rPr lang="pt-BR" dirty="0"/>
              <a:t>): Utilizado para a interface principal do sistema (web app), gestão de usuários e criptografia de dados (JSON)</a:t>
            </a:r>
            <a:br>
              <a:rPr lang="pt-BR" dirty="0"/>
            </a:b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pt-BR" dirty="0"/>
              <a:t>Linguagem C: Desenvolve um módulo crítico de baixo nível, responsável pelo processamento e persistência binaria das notas.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endParaRPr lang="pt-BR" sz="16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E98BE8D-379F-B3A8-9F98-6090A56EE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079" y="-312278"/>
            <a:ext cx="1603588" cy="1603588"/>
          </a:xfrm>
          <a:prstGeom prst="rect">
            <a:avLst/>
          </a:prstGeom>
        </p:spPr>
      </p:pic>
      <p:pic>
        <p:nvPicPr>
          <p:cNvPr id="6" name="Imagem 5" descr="Forma&#10;&#10;O conteúdo gerado por IA pode estar incorreto.">
            <a:extLst>
              <a:ext uri="{FF2B5EF4-FFF2-40B4-BE49-F238E27FC236}">
                <a16:creationId xmlns:a16="http://schemas.microsoft.com/office/drawing/2014/main" id="{ADB386D5-F4EC-B700-2C35-E54F4C4AA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506" y="2877803"/>
            <a:ext cx="3060293" cy="306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5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8611C-4F33-633D-6293-42112016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>
            <a:extLst>
              <a:ext uri="{FF2B5EF4-FFF2-40B4-BE49-F238E27FC236}">
                <a16:creationId xmlns:a16="http://schemas.microsoft.com/office/drawing/2014/main" id="{B702EDE6-7916-9334-4366-B0E014569E87}"/>
              </a:ext>
            </a:extLst>
          </p:cNvPr>
          <p:cNvSpPr/>
          <p:nvPr/>
        </p:nvSpPr>
        <p:spPr>
          <a:xfrm>
            <a:off x="10170962" y="1807920"/>
            <a:ext cx="1348352" cy="41301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" name="Google Shape;263;p10">
            <a:extLst>
              <a:ext uri="{FF2B5EF4-FFF2-40B4-BE49-F238E27FC236}">
                <a16:creationId xmlns:a16="http://schemas.microsoft.com/office/drawing/2014/main" id="{C12783E6-4890-870A-55A8-B6CC87C83052}"/>
              </a:ext>
            </a:extLst>
          </p:cNvPr>
          <p:cNvSpPr txBox="1"/>
          <p:nvPr/>
        </p:nvSpPr>
        <p:spPr>
          <a:xfrm>
            <a:off x="683196" y="1660250"/>
            <a:ext cx="6538736" cy="99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970280" lvl="0"/>
            <a:r>
              <a:rPr lang="pt-BR" sz="2800" b="1" dirty="0">
                <a:solidFill>
                  <a:schemeClr val="bg2">
                    <a:lumMod val="25000"/>
                  </a:schemeClr>
                </a:solidFill>
                <a:latin typeface="Circular Air Pro Black" panose="02000A00000000000000" pitchFamily="50" charset="0"/>
              </a:rPr>
              <a:t>Pilares Tecnológicos do projeto</a:t>
            </a:r>
            <a:br>
              <a:rPr lang="pt-BR" sz="2800" b="1" dirty="0">
                <a:solidFill>
                  <a:schemeClr val="bg2">
                    <a:lumMod val="25000"/>
                  </a:schemeClr>
                </a:solidFill>
                <a:latin typeface="Circular Air Pro Black" panose="02000A00000000000000" pitchFamily="50" charset="0"/>
              </a:rPr>
            </a:br>
            <a:r>
              <a:rPr lang="pt-BR" dirty="0">
                <a:latin typeface="Circular Air Pro Black" panose="02000A00000000000000"/>
              </a:rPr>
              <a:t>Gestão ágil e inovação</a:t>
            </a:r>
            <a:endParaRPr lang="pt-BR" b="1" dirty="0">
              <a:solidFill>
                <a:schemeClr val="bg2">
                  <a:lumMod val="25000"/>
                </a:schemeClr>
              </a:solidFill>
              <a:latin typeface="Circular Air Pro Black" panose="02000A00000000000000"/>
              <a:sym typeface="Arial"/>
            </a:endParaRPr>
          </a:p>
          <a:p>
            <a:pPr marL="12700" marR="970280" lvl="0" indent="0" algn="l" rtl="0">
              <a:lnSpc>
                <a:spcPct val="1249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400" dirty="0">
              <a:solidFill>
                <a:srgbClr val="201C4A"/>
              </a:solidFill>
              <a:latin typeface="Circular Air Pro Book" panose="02000503000000020003" pitchFamily="50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E8438BE-BDFA-FC3D-86A4-B06C381BD747}"/>
              </a:ext>
            </a:extLst>
          </p:cNvPr>
          <p:cNvCxnSpPr>
            <a:cxnSpLocks/>
          </p:cNvCxnSpPr>
          <p:nvPr/>
        </p:nvCxnSpPr>
        <p:spPr>
          <a:xfrm>
            <a:off x="1827733" y="557413"/>
            <a:ext cx="883902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DB933CE3-8580-4ECA-CEF4-CF0B470A9246}"/>
              </a:ext>
            </a:extLst>
          </p:cNvPr>
          <p:cNvSpPr txBox="1">
            <a:spLocks/>
          </p:cNvSpPr>
          <p:nvPr/>
        </p:nvSpPr>
        <p:spPr>
          <a:xfrm>
            <a:off x="10879598" y="786528"/>
            <a:ext cx="749610" cy="5287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8750" algn="l"/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Yapari SemBd" pitchFamily="2" charset="0"/>
              </a:rPr>
              <a:t>2025</a:t>
            </a:r>
            <a:br>
              <a:rPr lang="pt-BR" sz="2400" dirty="0">
                <a:solidFill>
                  <a:schemeClr val="bg2">
                    <a:lumMod val="25000"/>
                  </a:schemeClr>
                </a:solidFill>
              </a:rPr>
            </a:br>
            <a:br>
              <a:rPr lang="pt-BR" sz="2400" dirty="0">
                <a:solidFill>
                  <a:schemeClr val="bg2">
                    <a:lumMod val="25000"/>
                  </a:schemeClr>
                </a:solidFill>
              </a:rPr>
            </a:br>
            <a:endParaRPr lang="pt-BR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Google Shape;263;p10">
            <a:extLst>
              <a:ext uri="{FF2B5EF4-FFF2-40B4-BE49-F238E27FC236}">
                <a16:creationId xmlns:a16="http://schemas.microsoft.com/office/drawing/2014/main" id="{12981981-EABE-8D7F-6E12-40BD14A7D6BB}"/>
              </a:ext>
            </a:extLst>
          </p:cNvPr>
          <p:cNvSpPr txBox="1"/>
          <p:nvPr/>
        </p:nvSpPr>
        <p:spPr>
          <a:xfrm>
            <a:off x="683197" y="2666113"/>
            <a:ext cx="5508054" cy="219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pt-BR" dirty="0"/>
              <a:t>Eng. De Software: Gestão do projeto com metodologia Scrum, Trello (Quadro Kanban) e modelagem UML (Astah).</a:t>
            </a:r>
            <a:br>
              <a:rPr lang="pt-BR" dirty="0"/>
            </a:b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pt-BR" dirty="0"/>
              <a:t>Inteligência artificial: Usada como ferramenta de apoio para otimização de código e geração de documentação técnica.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endParaRPr lang="pt-BR" sz="16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1478FB5-C6C0-9F6D-EAD6-5DDAD4A3F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079" y="-312278"/>
            <a:ext cx="1603588" cy="1603588"/>
          </a:xfrm>
          <a:prstGeom prst="rect">
            <a:avLst/>
          </a:prstGeom>
        </p:spPr>
      </p:pic>
      <p:pic>
        <p:nvPicPr>
          <p:cNvPr id="6" name="Imagem 5" descr="Forma&#10;&#10;O conteúdo gerado por IA pode estar incorreto.">
            <a:extLst>
              <a:ext uri="{FF2B5EF4-FFF2-40B4-BE49-F238E27FC236}">
                <a16:creationId xmlns:a16="http://schemas.microsoft.com/office/drawing/2014/main" id="{0AC597D0-601D-FA93-FCA3-212B7EDDA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506" y="2877803"/>
            <a:ext cx="3060293" cy="306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3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9;p54">
            <a:extLst>
              <a:ext uri="{FF2B5EF4-FFF2-40B4-BE49-F238E27FC236}">
                <a16:creationId xmlns:a16="http://schemas.microsoft.com/office/drawing/2014/main" id="{87910D08-ABB1-89F5-7DAB-1BF741CF6445}"/>
              </a:ext>
            </a:extLst>
          </p:cNvPr>
          <p:cNvSpPr txBox="1">
            <a:spLocks/>
          </p:cNvSpPr>
          <p:nvPr/>
        </p:nvSpPr>
        <p:spPr>
          <a:xfrm>
            <a:off x="1569530" y="3151550"/>
            <a:ext cx="31728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lt1"/>
              </a:buClr>
              <a:buSzPts val="938"/>
              <a:buFont typeface="Arial"/>
              <a:buNone/>
            </a:pPr>
            <a:r>
              <a:rPr lang="pt-BR" sz="37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Obrigado!</a:t>
            </a:r>
          </a:p>
        </p:txBody>
      </p:sp>
      <p:pic>
        <p:nvPicPr>
          <p:cNvPr id="6" name="Imagem 5" descr="Interface gráfica do usuário, Ícone&#10;&#10;O conteúdo gerado por IA pode estar incorreto.">
            <a:extLst>
              <a:ext uri="{FF2B5EF4-FFF2-40B4-BE49-F238E27FC236}">
                <a16:creationId xmlns:a16="http://schemas.microsoft.com/office/drawing/2014/main" id="{852CB8B7-A98D-6431-973B-5CCBD65AB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805" y="990905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0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5abe92-ca43-4c34-babd-8107ccdfbbc3">
      <Terms xmlns="http://schemas.microsoft.com/office/infopath/2007/PartnerControls"/>
    </lcf76f155ced4ddcb4097134ff3c332f>
    <_Flow_SignoffStatus xmlns="505abe92-ca43-4c34-babd-8107ccdfbbc3" xsi:nil="true"/>
    <TaxCatchAll xmlns="6c37fcb1-0671-42a4-b660-9143b71b37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DA0CD64F02F14AA7F79D00262B219F" ma:contentTypeVersion="18" ma:contentTypeDescription="Create a new document." ma:contentTypeScope="" ma:versionID="1175ccbbe515da556853978ea14cfe27">
  <xsd:schema xmlns:xsd="http://www.w3.org/2001/XMLSchema" xmlns:xs="http://www.w3.org/2001/XMLSchema" xmlns:p="http://schemas.microsoft.com/office/2006/metadata/properties" xmlns:ns2="6c37fcb1-0671-42a4-b660-9143b71b376b" xmlns:ns3="505abe92-ca43-4c34-babd-8107ccdfbbc3" targetNamespace="http://schemas.microsoft.com/office/2006/metadata/properties" ma:root="true" ma:fieldsID="85bb3706d181291af6b35ed89842be5f" ns2:_="" ns3:_="">
    <xsd:import namespace="6c37fcb1-0671-42a4-b660-9143b71b376b"/>
    <xsd:import namespace="505abe92-ca43-4c34-babd-8107ccdfbbc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37fcb1-0671-42a4-b660-9143b71b376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0c9307bc-7ff0-450a-a80f-559aa58b1138}" ma:internalName="TaxCatchAll" ma:showField="CatchAllData" ma:web="6c37fcb1-0671-42a4-b660-9143b71b37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abe92-ca43-4c34-babd-8107ccdfb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401e350-fa70-40de-907b-5e7d1f62b2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5F1C40-1CD1-415C-A4D2-49338BA936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BCE253-1C51-4B80-AFD9-57D1BDDC3147}">
  <ds:schemaRefs>
    <ds:schemaRef ds:uri="http://schemas.microsoft.com/office/infopath/2007/PartnerControls"/>
    <ds:schemaRef ds:uri="http://schemas.microsoft.com/office/2006/documentManagement/types"/>
    <ds:schemaRef ds:uri="6c37fcb1-0671-42a4-b660-9143b71b376b"/>
    <ds:schemaRef ds:uri="http://schemas.openxmlformats.org/package/2006/metadata/core-properties"/>
    <ds:schemaRef ds:uri="http://www.w3.org/XML/1998/namespace"/>
    <ds:schemaRef ds:uri="505abe92-ca43-4c34-babd-8107ccdfbbc3"/>
    <ds:schemaRef ds:uri="http://purl.org/dc/terms/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A1CF73C-2741-4B0A-AF51-6EAA92EBF4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37fcb1-0671-42a4-b660-9143b71b376b"/>
    <ds:schemaRef ds:uri="505abe92-ca43-4c34-babd-8107ccdfbb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7447</TotalTime>
  <Words>376</Words>
  <Application>Microsoft Office PowerPoint</Application>
  <PresentationFormat>Widescreen</PresentationFormat>
  <Paragraphs>32</Paragraphs>
  <Slides>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Circular Air Pro Black</vt:lpstr>
      <vt:lpstr>Circular Air Pro Book</vt:lpstr>
      <vt:lpstr>Poppins</vt:lpstr>
      <vt:lpstr>Yapari SemBd</vt:lpstr>
      <vt:lpstr>Tema do Office</vt:lpstr>
      <vt:lpstr>PIM – Projeto Integrado Multidisciplinar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Chamada</dc:title>
  <dc:creator>Caio Panissi</dc:creator>
  <cp:lastModifiedBy>Felipe Felix</cp:lastModifiedBy>
  <cp:revision>413</cp:revision>
  <dcterms:created xsi:type="dcterms:W3CDTF">2022-06-15T20:50:02Z</dcterms:created>
  <dcterms:modified xsi:type="dcterms:W3CDTF">2025-11-14T08:37:35Z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0x0101000ADA0CD64F02F14AA7F79D00262B219F</vt:lpwstr>
  </property>
  <property fmtid="{D5CDD505-2E9C-101B-9397-08002B2CF9AE}" pid="3" name="MediaServiceImageTags">
    <vt:lpwstr/>
  </property>
</Properties>
</file>